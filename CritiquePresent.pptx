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Royal Square Financial connects clients and their financial advisers in one place: a mobile client app and a desktop adviser dashboard on a single live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qualitative. Add sourced market figures here once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 and adviser never work from separate copies. Both read and write the same Postgres database, and Supabase Realtime pushes changes to both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 side is mobile-first; the adviser side is a desktop workbench. Every screen reads live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of this happens in one database transaction, so the client and the adviser can never see different states.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 end: React 19, TypeScript, Vite 8, Tailwind CSS 4. Back end: Supabase (Postgres, Auth, Storage, Realtime). Business rules live in database functions and Row Level Security policies.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79 checks run against a copy of the schema and cover: sign-up cannot self-assign a role, clients cannot read each other's data, internal claim notes are hidden from clients, and the audit log cannot be edited.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the funding ask, pilot timeline and traction figures here once they exist. Providers are currently a manually maintained catalogue; notifications are in-app only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43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Royal Square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portal for clients and their advisers.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Wealth, insurance and compliance for South African advice practices.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89320" y="960120"/>
            <a:ext cx="2651760" cy="2651760"/>
          </a:xfrm>
          <a:prstGeom prst="ellipse">
            <a:avLst/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691640"/>
            <a:ext cx="1188720" cy="1188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52360" y="3063240"/>
            <a:ext cx="1234440" cy="1234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659" y="3396539"/>
            <a:ext cx="567842" cy="5678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Advice still runs on email and spreadsheets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14600" cy="2788920"/>
          </a:xfrm>
          <a:prstGeom prst="roundRect">
            <a:avLst>
              <a:gd name="adj" fmla="val 43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191018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Clients chase status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0040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place to see where a request or claim stands, so they phone and email.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1463040"/>
            <a:ext cx="2514600" cy="2788920"/>
          </a:xfrm>
          <a:prstGeom prst="roundRect">
            <a:avLst>
              <a:gd name="adj" fmla="val 43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737360"/>
            <a:ext cx="640080" cy="640080"/>
          </a:xfrm>
          <a:prstGeom prst="ellipse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982" y="1910182"/>
            <a:ext cx="294437" cy="2944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560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stall in handoffs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20040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details, insurer references and updates are scattered across calls and inboxes.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35040" y="1463040"/>
            <a:ext cx="2514600" cy="2788920"/>
          </a:xfrm>
          <a:prstGeom prst="roundRect">
            <a:avLst>
              <a:gd name="adj" fmla="val 43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09360" y="1737360"/>
            <a:ext cx="640080" cy="640080"/>
          </a:xfrm>
          <a:prstGeom prst="ellipse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182" y="1910182"/>
            <a:ext cx="294437" cy="29443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560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is manual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320040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documents, reminders and records of advice sit in folders nobody can audit.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slower service, higher admin cost and a weak audit trail.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apps. One live database.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17320" y="17830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0142" y="195590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app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installable PWA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60020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86600" y="17830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422" y="1955902"/>
            <a:ext cx="294437" cy="2944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0936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Royal Desk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30936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Adviser dashboard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520440" y="1874520"/>
            <a:ext cx="2103120" cy="146304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0116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66160" y="2423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A1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56616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Storage · Realtime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2944368" y="2606040"/>
            <a:ext cx="548640" cy="0"/>
          </a:xfrm>
          <a:prstGeom prst="line">
            <a:avLst/>
          </a:prstGeom>
          <a:noFill/>
          <a:ln w="31750">
            <a:solidFill>
              <a:srgbClr val="0A192F"/>
            </a:solidFill>
            <a:prstDash val="solid"/>
            <a:headEnd type="triangle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5650992" y="2606040"/>
            <a:ext cx="548640" cy="0"/>
          </a:xfrm>
          <a:prstGeom prst="line">
            <a:avLst/>
          </a:prstGeom>
          <a:noFill/>
          <a:ln w="31750">
            <a:solidFill>
              <a:srgbClr val="0A192F"/>
            </a:solidFill>
            <a:prstDash val="solid"/>
            <a:headEnd type="triangle"/>
            <a:tailEnd type="triangle"/>
          </a:ln>
        </p:spPr>
      </p:sp>
      <p:sp>
        <p:nvSpPr>
          <p:cNvPr id="19" name="Text 14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on one side shows on the other in real time. No sync jobs, no duplicate data.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each side needs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292608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72768"/>
            <a:ext cx="548640" cy="548640"/>
          </a:xfrm>
          <a:prstGeom prst="ellipse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1720901"/>
            <a:ext cx="252374" cy="2523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727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clients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28600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worth, assets, policies and goals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requests with a 4-step tracker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 motor accident from the roadside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document vault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and instant notifications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3931920" cy="292608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37760" y="1572768"/>
            <a:ext cx="548640" cy="548640"/>
          </a:xfrm>
          <a:prstGeom prst="ellipse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5893" y="1720901"/>
            <a:ext cx="252374" cy="25237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5727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advisers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28600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360 view and FICA verification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workflow with SLA tracking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14-stage claims engine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Tasks, reminders and messaging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access and full audit log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claim, end to end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828800" cy="2514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reports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description and SAPS case number, from their phone.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95728" y="2606040"/>
            <a:ext cx="192024" cy="274320"/>
          </a:xfrm>
          <a:prstGeom prst="rightArrow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463040"/>
            <a:ext cx="1828800" cy="2514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69164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346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423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Adviser is alerted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06324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instant notification and an urgent task appear automatically.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53128" y="2606040"/>
            <a:ext cx="192024" cy="274320"/>
          </a:xfrm>
          <a:prstGeom prst="rightArrow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463040"/>
            <a:ext cx="1828800" cy="2514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69164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2423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Adviser progresses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306324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stage, assessor and repairer; adds internal notes.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10528" y="2606040"/>
            <a:ext cx="192024" cy="274320"/>
          </a:xfrm>
          <a:prstGeom prst="rightArrow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0840" y="1463040"/>
            <a:ext cx="1828800" cy="2514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169164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494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2423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is updated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306324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timeline entry and notification arrive in the client app.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powers service requests, documents and messages.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Modern, managed, few moving parts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028" y="1735988"/>
            <a:ext cx="231343" cy="231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6002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TypeScript and Vite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37160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20440" y="1600200"/>
            <a:ext cx="502920" cy="502920"/>
          </a:xfrm>
          <a:prstGeom prst="ellipse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228" y="1735988"/>
            <a:ext cx="231343" cy="23134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60520" y="16002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4, installable PWA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137160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1600200"/>
            <a:ext cx="502920" cy="502920"/>
          </a:xfrm>
          <a:prstGeom prst="ellipse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428" y="1735988"/>
            <a:ext cx="231343" cy="23134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03720" y="16002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Supabase-managed PostgreSQL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292608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77240" y="3154680"/>
            <a:ext cx="502920" cy="502920"/>
          </a:xfrm>
          <a:prstGeom prst="ellipse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028" y="3290468"/>
            <a:ext cx="231343" cy="23134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3749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Auth, roles held in the database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291840" y="292608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520440" y="3154680"/>
            <a:ext cx="502920" cy="502920"/>
          </a:xfrm>
          <a:prstGeom prst="ellipse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6228" y="3290468"/>
            <a:ext cx="231343" cy="23134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60520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520440" y="3749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vault with expiring links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035040" y="292608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63640" y="3154680"/>
            <a:ext cx="502920" cy="502920"/>
          </a:xfrm>
          <a:prstGeom prst="ellipse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9428" y="3290468"/>
            <a:ext cx="231343" cy="23134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03720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Realtime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63640" y="3749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sync between client and adviser apps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servers to run: the database enforces the rules and the front end is static.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is enforced by the database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74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154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 on access rules, roles and workflows, all passing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1463040"/>
            <a:ext cx="548640" cy="548640"/>
          </a:xfrm>
          <a:prstGeom prst="ellipse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5733" y="1611173"/>
            <a:ext cx="252374" cy="25237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43484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Level Security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434840" y="17465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only ever see their own records.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0" y="2267712"/>
            <a:ext cx="548640" cy="548640"/>
          </a:xfrm>
          <a:prstGeom prst="ellipse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15845"/>
            <a:ext cx="252374" cy="25237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34840" y="22219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in the database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434840" y="25511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an administrator can grant staff access.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657600" y="3072384"/>
            <a:ext cx="548640" cy="548640"/>
          </a:xfrm>
          <a:prstGeom prst="ellipse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733" y="3220517"/>
            <a:ext cx="252374" cy="25237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434840" y="30266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Server-written audit trail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434840" y="33558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logged by triggers, not by the app.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3657600" y="3877056"/>
            <a:ext cx="548640" cy="548640"/>
          </a:xfrm>
          <a:prstGeom prst="ellipse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5733" y="4025189"/>
            <a:ext cx="252374" cy="25237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434840" y="38313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document vault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4434840" y="4160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open through short-lived signed links.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are, and what is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2377440"/>
          </a:xfrm>
          <a:prstGeom prst="roundRect">
            <a:avLst>
              <a:gd name="adj" fmla="val 4615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7276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748" y="1708556"/>
            <a:ext cx="231343" cy="231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5727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today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24028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PWA and adviser dashboard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 between them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schema with audit trail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and claim workflows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3931920" cy="2377440"/>
          </a:xfrm>
          <a:prstGeom prst="roundRect">
            <a:avLst>
              <a:gd name="adj" fmla="val 4615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37760" y="157276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548" y="1708556"/>
            <a:ext cx="231343" cy="23134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5727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24028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an advice practice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 and provider integrations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SMS and push notifications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compliance role and reporting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advice. Greater tomorrow.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Royal Square Financial: Investor Overview</dc:title>
  <dc:subject>PptxGenJS Presentation</dc:subject>
  <dc:creator>Royal Square Financial</dc:creator>
  <cp:lastModifiedBy>Royal Square Financial</cp:lastModifiedBy>
  <cp:revision>1</cp:revision>
  <dcterms:created xsi:type="dcterms:W3CDTF">2026-09-19T18:30:15Z</dcterms:created>
  <dcterms:modified xsi:type="dcterms:W3CDTF">2026-09-19T18:30:15Z</dcterms:modified>
</cp:coreProperties>
</file>